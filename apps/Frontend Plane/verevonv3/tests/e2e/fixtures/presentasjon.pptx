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b-NO"/>
              <a:t>Omsetning per kvartal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b-N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'Ark1'!$B$1</c:f>
              <c:strCache>
                <c:ptCount val="1"/>
                <c:pt idx="0">
                  <c:v>Omsetning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'Ark1'!$A$2:$A$4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'Ark1'!$B$2:$B$4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7-4D5E-B3C9-35519FA3A6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998063"/>
        <c:axId val="39332303"/>
      </c:barChart>
      <c:catAx>
        <c:axId val="28998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b-NO"/>
          </a:p>
        </c:txPr>
        <c:crossAx val="39332303"/>
        <c:crosses val="autoZero"/>
        <c:auto val="1"/>
        <c:lblAlgn val="ctr"/>
        <c:lblOffset val="100"/>
        <c:noMultiLvlLbl val="0"/>
      </c:catAx>
      <c:valAx>
        <c:axId val="39332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b-NO"/>
          </a:p>
        </c:txPr>
        <c:crossAx val="2899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b-N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nb-N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21564-18D6-4DE2-81F9-3EF2CCA8C49C}" type="datetimeFigureOut">
              <a:rPr lang="nb-NO" smtClean="0"/>
              <a:t>01.10.2026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00716-649B-48FF-8F99-1D5362EF82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03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Husk å nevne at Sør-regionen har ny leder fra mars.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00716-649B-48FF-8F99-1D5362EF8293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3709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DD24D11-943B-AFA7-EDA5-E04E48409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4F52CF8-AEA1-BF7D-6A27-AC68956CE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96CF413-3D7F-823B-D060-16389E75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2CF2-C129-459B-AC91-AD6619F57F8E}" type="datetimeFigureOut">
              <a:rPr lang="nb-NO" smtClean="0"/>
              <a:t>01.10.2026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64B1839-10C3-A3EE-0736-9C812216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E200824-4CB2-7741-03A6-AD24345B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A370-9808-43D9-BBC6-E0E793609E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328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FA3E46-5EBC-4434-E329-BDCC5F9E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A8E4C7B2-E871-D7E5-5B32-2175F1B9C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2CF2-C129-459B-AC91-AD6619F57F8E}" type="datetimeFigureOut">
              <a:rPr lang="nb-NO" smtClean="0"/>
              <a:t>01.10.2026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BCB567C-EAB6-417C-F4F1-A15126198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BFA75EF-4E24-F855-9ACC-1F557498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A370-9808-43D9-BBC6-E0E793609E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8745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1A4DDF4-FCC0-022E-BC66-EA383C47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28D80BB-3668-2102-6E63-7859A79B3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B0005AB-7250-74E3-6A0D-5317C255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2CF2-C129-459B-AC91-AD6619F57F8E}" type="datetimeFigureOut">
              <a:rPr lang="nb-NO" smtClean="0"/>
              <a:t>01.10.2026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8AACF4B-3197-D7FA-78BF-D13575F46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7450FE-C834-5179-B7EB-5923E461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A370-9808-43D9-BBC6-E0E793609E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264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71A8CAA3-8829-5C20-848A-A8117170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244094A-25AF-BB0B-7A2E-6FE38DB59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E93523D-279A-FD8F-47D5-F15F19820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12CF2-C129-459B-AC91-AD6619F57F8E}" type="datetimeFigureOut">
              <a:rPr lang="nb-NO" smtClean="0"/>
              <a:t>01.10.2026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DDC6AFA-BA3B-7742-05AC-DB3B25AC0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32F7245-716F-CCB9-E290-3DEC19E8D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1A370-9808-43D9-BBC6-E0E793609EC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6524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1C4435E-0E24-A966-EFEB-B760579D7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/>
              <a:t>Kvartalsrapport Q1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6BBCCA11-820F-E784-CD04-DB826B2A93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/>
              <a:t>Intern gjennomgang</a:t>
            </a:r>
          </a:p>
        </p:txBody>
      </p:sp>
    </p:spTree>
    <p:extLst>
      <p:ext uri="{BB962C8B-B14F-4D97-AF65-F5344CB8AC3E}">
        <p14:creationId xmlns:p14="http://schemas.microsoft.com/office/powerpoint/2010/main" val="40972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DF93E78-4EC5-1211-9ACA-8AE09516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Resultater</a:t>
            </a:r>
          </a:p>
        </p:txBody>
      </p:sp>
      <p:graphicFrame>
        <p:nvGraphicFramePr>
          <p:cNvPr id="3" name="Tabell 2">
            <a:extLst>
              <a:ext uri="{FF2B5EF4-FFF2-40B4-BE49-F238E27FC236}">
                <a16:creationId xmlns:a16="http://schemas.microsoft.com/office/drawing/2014/main" id="{D0064B6C-A4F7-CA1E-BB04-612A59F61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049245"/>
              </p:ext>
            </p:extLst>
          </p:nvPr>
        </p:nvGraphicFramePr>
        <p:xfrm>
          <a:off x="635000" y="1778000"/>
          <a:ext cx="6350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866438110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8118650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27667186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nb-NO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Omsetning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Vekst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2580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nb-NO"/>
                        <a:t>Nord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07894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nb-NO"/>
                        <a:t>Sør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/>
                        <a:t>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3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29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8F53BC-E066-64C1-7B48-C1B7E54D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Utvikling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42DB519-16A7-0618-B4E9-8B0EC6B1C0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2604195"/>
              </p:ext>
            </p:extLst>
          </p:nvPr>
        </p:nvGraphicFramePr>
        <p:xfrm>
          <a:off x="635000" y="1778000"/>
          <a:ext cx="5334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Bilde 4" descr="Firmalogo (test)">
            <a:extLst>
              <a:ext uri="{FF2B5EF4-FFF2-40B4-BE49-F238E27FC236}">
                <a16:creationId xmlns:a16="http://schemas.microsoft.com/office/drawing/2014/main" id="{83063051-9793-B312-6E4B-D3C5A0CA8B7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905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8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EC36AC1-90AC-1D70-4451-440EDB82A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Reserveslide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D892A97-D60F-7103-48EE-8CC019D5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Ikke vis denne</a:t>
            </a:r>
          </a:p>
        </p:txBody>
      </p:sp>
    </p:spTree>
    <p:extLst>
      <p:ext uri="{BB962C8B-B14F-4D97-AF65-F5344CB8AC3E}">
        <p14:creationId xmlns:p14="http://schemas.microsoft.com/office/powerpoint/2010/main" val="423486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18</Paragraphs>
  <Slides>4</Slides>
  <Notes>1</Notes>
  <HiddenSlides>1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Office-tema</vt:lpstr>
      <vt:lpstr>Kvartalsrapport Q1</vt:lpstr>
      <vt:lpstr>Resultater</vt:lpstr>
      <vt:lpstr>Utvikling</vt:lpstr>
      <vt:lpstr>Reserveslide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Verevon fixture</dc:creator>
  <cp:lastModifiedBy>Verevon fixture</cp:lastModifiedBy>
  <cp:revision>1</cp:revision>
  <dcterms:created xsi:type="dcterms:W3CDTF">2026-10-01T15:04:59Z</dcterms:created>
  <dcterms:modified xsi:type="dcterms:W3CDTF">2026-10-01T15:04:59Z</dcterms:modified>
</cp:coreProperties>
</file>